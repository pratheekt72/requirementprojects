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ae41bb057_7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dae41bb057_7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dae41bb057_7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e41bb057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ae41bb057_1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ae41bb057_1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8000"/>
              <a:buFont typeface="Arial Black"/>
              <a:buNone/>
            </a:pPr>
            <a:r>
              <a:rPr b="1" lang="en-US" sz="8000" u="sng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QuestLog</a:t>
            </a:r>
            <a:endParaRPr b="0" i="0" sz="8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37490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 gamified task manager that turns deadlines into rewards.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Rochan  ·  Pratheek  ·  Vivan  ·  William  </a:t>
            </a:r>
            <a:r>
              <a:rPr b="1" lang="en-US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·  Satwik  ·  Raj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What is QuestLog?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A task manager built for students who struggle with motivation. Every task earns XP, every streak builds momentum, and every level feels like progress.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384048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Instead of guilt-tripping users into productivity, QuestLog rewards consistency the way games reward grinding.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766560" y="1554480"/>
            <a:ext cx="4754880" cy="12801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874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XP REWARDS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863840" y="2148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Tasks earn base XP × multipliers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766560" y="3017520"/>
            <a:ext cx="4754880" cy="12801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3337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7863840" y="3246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STREAKS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863840" y="36118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Daily consistency = bigger boosts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766560" y="4480560"/>
            <a:ext cx="4754880" cy="12801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4800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7863840" y="4709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ACHIEVEMENTS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863840" y="50749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Big wins unlock virtual currency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Features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ROCHAN  ·  CORE TASK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Creating the core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55325" y="1901325"/>
            <a:ext cx="73569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929638" y="217565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366" y="228537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1844038" y="210249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Create &amp; edit tasks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840708" y="2385950"/>
            <a:ext cx="605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Title, description, due date, priority, category, tags, recurring toggle, and nested subtask</a:t>
            </a: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55323" y="3318650"/>
            <a:ext cx="73569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29638" y="359297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366" y="37026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1844038" y="351981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Organize &amp; schedule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844050" y="3818163"/>
            <a:ext cx="5859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Categories with color swatches, tag chips, and a recurring scheduler with daily / weekly / custom intervals plus a live preview of upcoming occurrences.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55323" y="4735975"/>
            <a:ext cx="73569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929638" y="501029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66" y="5120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1844038" y="493713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Search &amp; filter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844050" y="5235975"/>
            <a:ext cx="616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Keyword search plus filters (priority, category, tag, date range) and sort controls so users find any task instantly.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0948" y="597787"/>
            <a:ext cx="3537550" cy="4882975"/>
          </a:xfrm>
          <a:prstGeom prst="rect">
            <a:avLst/>
          </a:prstGeom>
          <a:noFill/>
          <a:ln cap="flat" cmpd="sng" w="2857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" name="Google Shape;6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99047" y="2861438"/>
            <a:ext cx="2624850" cy="3596036"/>
          </a:xfrm>
          <a:prstGeom prst="rect">
            <a:avLst/>
          </a:prstGeom>
          <a:noFill/>
          <a:ln cap="flat" cmpd="sng" w="2857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PRATHEEK  ·  FOCUS &amp; PRODUCTIVITY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Stay locked 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55318" y="190130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29638" y="217562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366" y="228535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1844038" y="210247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Daily 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844038" y="254138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Users set focused targets each day to keep momentum aligned with what matters.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55318" y="331862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929638" y="359294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366" y="370267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/>
          <p:nvPr/>
        </p:nvSpPr>
        <p:spPr>
          <a:xfrm>
            <a:off x="1844038" y="351979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Distraction blocking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844038" y="395870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Block specific websites during focus sessions so context-switching can't sabotage progress.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55318" y="473594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929638" y="501026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66" y="511999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1844038" y="493711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Session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844038" y="537602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Look back on past focus sessions to see where time actually went and adjust.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0927" y="287550"/>
            <a:ext cx="3800247" cy="38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VIVAN  ·  GAMIFICATION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Make consistency rewarding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55318" y="193285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929638" y="220717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366" y="231690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8"/>
          <p:cNvSpPr/>
          <p:nvPr/>
        </p:nvSpPr>
        <p:spPr>
          <a:xfrm>
            <a:off x="1844038" y="213402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Live multiplier preview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1844038" y="257293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Base XP × streak × on-time multipliers shown before the user confirms a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55318" y="335017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929638" y="362449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366" y="373422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/>
          <p:nvPr/>
        </p:nvSpPr>
        <p:spPr>
          <a:xfrm>
            <a:off x="1844038" y="355134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Streak tracking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844038" y="399025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Daily streaks compound XP, encouraging habit formation through visible momentum.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55318" y="4767495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929638" y="504181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66" y="515154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/>
          <p:nvPr/>
        </p:nvSpPr>
        <p:spPr>
          <a:xfrm>
            <a:off x="1844038" y="496866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Level progression + history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844038" y="540757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Climb visible ranks, and review every multiplier in the XP history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WILLIAM  ·  ACHIEVEMENTS &amp; REWARDS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Earn &amp; Spend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55318" y="191708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929638" y="219140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366" y="2301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1844038" y="211824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Achievement tracking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844038" y="2557160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Visualize progress toward bigger milestones — not just daily checkboxes.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55318" y="333440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929638" y="360872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366" y="37184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1844038" y="353556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Virtual currency rewards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1844038" y="3974480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Tasks and achievements pay out a tangible currency users can save and spend.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55318" y="475172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929638" y="502604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9366" y="51357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/>
          <p:nvPr/>
        </p:nvSpPr>
        <p:spPr>
          <a:xfrm>
            <a:off x="1844038" y="495288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VC 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844038" y="5391800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Spend earned currency to personalize accounts, making accomplishments visible.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8200" y="1196350"/>
            <a:ext cx="2807845" cy="509005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640080" y="50292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SATWIK </a:t>
            </a: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· </a:t>
            </a: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SOCIAL &amp; GAMIFICATION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40080" y="86868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Build the social layer.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349975" y="1873312"/>
            <a:ext cx="10512000" cy="9003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358138" y="1931825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1371613" y="1996311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Secure Authentication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153663" y="2388060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users sign up and log in to a personalized account, with credentials stored safely and sessions kept active across visits.</a:t>
            </a:r>
            <a:endParaRPr sz="13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372475" y="3053300"/>
            <a:ext cx="10512000" cy="9672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422463" y="3160657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1424763" y="311491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Friends list 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424763" y="430020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Tasks and achievements pay out a tangible currency users can save and spend.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22475" y="4233525"/>
            <a:ext cx="10512000" cy="9600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472438" y="4279778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1424763" y="430021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Leaderboards</a:t>
            </a:r>
            <a:endParaRPr b="1" sz="1600">
              <a:solidFill>
                <a:srgbClr val="F5F5F7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t/>
            </a:r>
            <a:endParaRPr b="1" sz="1600">
              <a:solidFill>
                <a:srgbClr val="F5F5F7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424763" y="355207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Find friends by username, send and respond to requests, and remove or block users to control your social circle.</a:t>
            </a:r>
            <a:endParaRPr b="0" i="0" sz="13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72475" y="5406550"/>
            <a:ext cx="10512000" cy="9600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1" y="565794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472438" y="5543640"/>
            <a:ext cx="685800" cy="685800"/>
          </a:xfrm>
          <a:prstGeom prst="ellipse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1395175" y="4716100"/>
            <a:ext cx="926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CA3AF"/>
                </a:solidFill>
              </a:rPr>
              <a:t>Compare progress against friends or the global community across daily, weekly, and all-time views.</a:t>
            </a:r>
            <a:endParaRPr>
              <a:solidFill>
                <a:srgbClr val="9CA3AF"/>
              </a:solidFill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1225075" y="5485500"/>
            <a:ext cx="4922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1v1 task challenges</a:t>
            </a:r>
            <a:endParaRPr>
              <a:solidFill>
                <a:srgbClr val="F5F5F7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1359475" y="5974025"/>
            <a:ext cx="909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CA3AF"/>
                </a:solidFill>
              </a:rPr>
              <a:t>Go head-to-head with a friend over a set duration to see who can complete more tasks before time runs out.</a:t>
            </a:r>
            <a:endParaRPr>
              <a:solidFill>
                <a:srgbClr val="9CA3AF"/>
              </a:solidFill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8" y="2090570"/>
            <a:ext cx="457200" cy="368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75" y="3313069"/>
            <a:ext cx="457200" cy="380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131" y="4359377"/>
            <a:ext cx="576428" cy="5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748" y="5733000"/>
            <a:ext cx="457200" cy="438150"/>
          </a:xfrm>
          <a:prstGeom prst="rect">
            <a:avLst/>
          </a:prstGeom>
          <a:solidFill>
            <a:srgbClr val="0F0F1A"/>
          </a:solidFill>
          <a:ln cap="flat" cmpd="sng" w="12700">
            <a:solidFill>
              <a:srgbClr val="0F0F1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640080" y="50292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Raj Tatavarthi </a:t>
            </a: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n-US" sz="11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· </a:t>
            </a: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Personalized</a:t>
            </a:r>
            <a:r>
              <a:rPr b="1" lang="en-US" sz="1100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40080" y="86868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Build a Personalized profile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55318" y="191708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1017563" y="209989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Customizable dashboard </a:t>
            </a: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341113" y="2512935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Organize your goals, stats, and achievements into a layout that adapts to your workflow. </a:t>
            </a:r>
            <a:endParaRPr b="0" i="0" sz="13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55318" y="333440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017563" y="3526393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Onboarding tutorial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371613" y="3997343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Start strong with a structured system that rewards early actions and builds momentum from day one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655318" y="4751720"/>
            <a:ext cx="10881300" cy="1234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1017563" y="4952888"/>
            <a:ext cx="95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Personalized</a:t>
            </a:r>
            <a:r>
              <a:rPr b="1" lang="en-US" sz="16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 avatar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371613" y="5391800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Express your progress visually. Unlock and upgrade your avatar using earned rewards.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150" y="132450"/>
            <a:ext cx="4307300" cy="38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5000"/>
              <a:buFont typeface="Arial Black"/>
              <a:buNone/>
            </a:pPr>
            <a:r>
              <a:rPr b="1" i="0" lang="en-US" sz="50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Solutions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Problems &amp; Solutions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411480" y="1463040"/>
            <a:ext cx="3657600" cy="45720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37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685800" y="25603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685800" y="2834640"/>
            <a:ext cx="310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Making XP feel fair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85800" y="3931920"/>
            <a:ext cx="457200" cy="273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685800" y="411480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85800" y="4389120"/>
            <a:ext cx="3108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Show the full multiplier breakdown (base × streak × on-time) in every view.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4212855" y="1402465"/>
            <a:ext cx="3657600" cy="45720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737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4572000" y="25603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4572000" y="2834640"/>
            <a:ext cx="310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800"/>
              <a:buFont typeface="Arial Black"/>
              <a:buNone/>
            </a:pPr>
            <a:r>
              <a:rPr b="1" lang="en-US" sz="1800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Keeping the focus session experience consistent and intuitive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4572000" y="3931920"/>
            <a:ext cx="457200" cy="273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4572000" y="411480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4572000" y="4389120"/>
            <a:ext cx="3108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lang="en-US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Clearly define session states (focus, break, complete) and guide users with simple visual cues and </a:t>
            </a:r>
            <a:r>
              <a:rPr lang="en-US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transitions</a:t>
            </a: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8183880" y="1463040"/>
            <a:ext cx="3657600" cy="45720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17373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/>
          <p:nvPr/>
        </p:nvSpPr>
        <p:spPr>
          <a:xfrm>
            <a:off x="8458200" y="25603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Arial Black"/>
                <a:ea typeface="Arial Black"/>
                <a:cs typeface="Arial Black"/>
                <a:sym typeface="Arial Black"/>
              </a:rPr>
              <a:t>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8458200" y="2834640"/>
            <a:ext cx="310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Information density on the dashboard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8458200" y="3931920"/>
            <a:ext cx="457200" cy="273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8458200" y="411480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58200" y="4389120"/>
            <a:ext cx="3108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Prioritize 4 key stats up top; push details to expandable views.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The motivation balance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55318" y="1522955"/>
            <a:ext cx="5394900" cy="41148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17" y="1705835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1569718" y="1724123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If we push too hard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883918" y="2437355"/>
            <a:ext cx="49377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Users burn out. Streaks become a source of stress, not motivation. Multi-hour sessions stop being focus and start being self-punishment.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141718" y="1522955"/>
            <a:ext cx="5394900" cy="41148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0318" y="1705835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/>
          <p:nvPr/>
        </p:nvSpPr>
        <p:spPr>
          <a:xfrm>
            <a:off x="7056118" y="1724123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Our 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6370318" y="2437355"/>
            <a:ext cx="49377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Optional blocking — distraction blocks aren't forced.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Session length capped at 5 min minimum, 90 min maximum.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5F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Edge cases (refreshes, drop-offs) handled in the backend so the user is never punished by tech.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F5F7"/>
                </a:solidFill>
                <a:latin typeface="Arial Black"/>
                <a:ea typeface="Arial Black"/>
                <a:cs typeface="Arial Black"/>
                <a:sym typeface="Arial Black"/>
              </a:rPr>
              <a:t>Lessons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What we'd carry into the next project.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640080" y="1828800"/>
            <a:ext cx="10881360" cy="14173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194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5"/>
          <p:cNvSpPr/>
          <p:nvPr/>
        </p:nvSpPr>
        <p:spPr>
          <a:xfrm>
            <a:off x="1828800" y="205740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700"/>
              <a:buFont typeface="Arial Black"/>
              <a:buNone/>
            </a:pPr>
            <a:r>
              <a:rPr b="1" i="1" lang="en-US" sz="17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"Edge cases matter more than the main case."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1828800" y="2542032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Most user pain happens in the 10% paths — refreshes, mid-session exits, weird streak math. We built around those instead of around the happy path.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640080" y="3383280"/>
            <a:ext cx="10881360" cy="14173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7490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5"/>
          <p:cNvSpPr/>
          <p:nvPr/>
        </p:nvSpPr>
        <p:spPr>
          <a:xfrm>
            <a:off x="1828800" y="361188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700"/>
              <a:buFont typeface="Arial Black"/>
              <a:buNone/>
            </a:pPr>
            <a:r>
              <a:rPr b="1" i="1" lang="en-US" sz="17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"Designing for motivation ≠ designing for function."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1828800" y="4096512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Functional UI is easy. A system that feels rewarding takes deliberate work — the right multipliers, the right visible feedback, the right pacing.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40080" y="4937760"/>
            <a:ext cx="10881360" cy="14173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5303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/>
          <p:nvPr/>
        </p:nvSpPr>
        <p:spPr>
          <a:xfrm>
            <a:off x="1828800" y="516636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700"/>
              <a:buFont typeface="Arial Black"/>
              <a:buNone/>
            </a:pPr>
            <a:r>
              <a:rPr b="1" i="1" lang="en-US" sz="17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"Communication beats cleverness."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1828800" y="5650992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7"/>
                </a:solidFill>
                <a:latin typeface="Calibri"/>
                <a:ea typeface="Calibri"/>
                <a:cs typeface="Calibri"/>
                <a:sym typeface="Calibri"/>
              </a:rPr>
              <a:t>Our biggest team-level slowdowns were misalignment on due dates and feature scope, not technical bugs. Shared design rules early on saved us hours later.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